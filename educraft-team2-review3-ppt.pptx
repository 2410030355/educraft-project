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 Lakshmi P" userId="9d3e6bbe75062321" providerId="LiveId" clId="{24D833F4-2A37-4AF8-B771-18610D5B1B47}"/>
    <pc:docChg chg="custSel modSld">
      <pc:chgData name="Sree Lakshmi P" userId="9d3e6bbe75062321" providerId="LiveId" clId="{24D833F4-2A37-4AF8-B771-18610D5B1B47}" dt="2025-08-09T05:11:05.330" v="12"/>
      <pc:docMkLst>
        <pc:docMk/>
      </pc:docMkLst>
      <pc:sldChg chg="addSp delSp modSp mod">
        <pc:chgData name="Sree Lakshmi P" userId="9d3e6bbe75062321" providerId="LiveId" clId="{24D833F4-2A37-4AF8-B771-18610D5B1B47}" dt="2025-08-09T05:10:53.245" v="7" actId="14100"/>
        <pc:sldMkLst>
          <pc:docMk/>
          <pc:sldMk cId="0" sldId="256"/>
        </pc:sldMkLst>
        <pc:picChg chg="add del mod">
          <ac:chgData name="Sree Lakshmi P" userId="9d3e6bbe75062321" providerId="LiveId" clId="{24D833F4-2A37-4AF8-B771-18610D5B1B47}" dt="2025-08-09T05:10:35.528" v="1" actId="478"/>
          <ac:picMkLst>
            <pc:docMk/>
            <pc:sldMk cId="0" sldId="256"/>
            <ac:picMk id="4" creationId="{4462345F-766B-C008-4AD4-82F525FC50E2}"/>
          </ac:picMkLst>
        </pc:picChg>
        <pc:picChg chg="add mod">
          <ac:chgData name="Sree Lakshmi P" userId="9d3e6bbe75062321" providerId="LiveId" clId="{24D833F4-2A37-4AF8-B771-18610D5B1B47}" dt="2025-08-09T05:10:53.245" v="7" actId="14100"/>
          <ac:picMkLst>
            <pc:docMk/>
            <pc:sldMk cId="0" sldId="256"/>
            <ac:picMk id="5" creationId="{29E028E9-EF99-BBA6-27C5-1E1A9F1B27D1}"/>
          </ac:picMkLst>
        </pc:picChg>
      </pc:sldChg>
      <pc:sldChg chg="addSp modSp mod">
        <pc:chgData name="Sree Lakshmi P" userId="9d3e6bbe75062321" providerId="LiveId" clId="{24D833F4-2A37-4AF8-B771-18610D5B1B47}" dt="2025-08-09T05:10:47.485" v="5" actId="14100"/>
        <pc:sldMkLst>
          <pc:docMk/>
          <pc:sldMk cId="0" sldId="257"/>
        </pc:sldMkLst>
        <pc:picChg chg="add mod">
          <ac:chgData name="Sree Lakshmi P" userId="9d3e6bbe75062321" providerId="LiveId" clId="{24D833F4-2A37-4AF8-B771-18610D5B1B47}" dt="2025-08-09T05:10:47.485" v="5" actId="14100"/>
          <ac:picMkLst>
            <pc:docMk/>
            <pc:sldMk cId="0" sldId="257"/>
            <ac:picMk id="4" creationId="{CCF5D2CD-2F6E-92B3-185B-69BD05A755B6}"/>
          </ac:picMkLst>
        </pc:picChg>
      </pc:sldChg>
      <pc:sldChg chg="addSp modSp mod">
        <pc:chgData name="Sree Lakshmi P" userId="9d3e6bbe75062321" providerId="LiveId" clId="{24D833F4-2A37-4AF8-B771-18610D5B1B47}" dt="2025-08-09T05:10:59.970" v="10" actId="14100"/>
        <pc:sldMkLst>
          <pc:docMk/>
          <pc:sldMk cId="0" sldId="258"/>
        </pc:sldMkLst>
        <pc:picChg chg="add mod">
          <ac:chgData name="Sree Lakshmi P" userId="9d3e6bbe75062321" providerId="LiveId" clId="{24D833F4-2A37-4AF8-B771-18610D5B1B47}" dt="2025-08-09T05:10:59.970" v="10" actId="14100"/>
          <ac:picMkLst>
            <pc:docMk/>
            <pc:sldMk cId="0" sldId="258"/>
            <ac:picMk id="4" creationId="{63A49C33-0658-C44A-460B-28E7049A5230}"/>
          </ac:picMkLst>
        </pc:picChg>
      </pc:sldChg>
      <pc:sldChg chg="addSp modSp">
        <pc:chgData name="Sree Lakshmi P" userId="9d3e6bbe75062321" providerId="LiveId" clId="{24D833F4-2A37-4AF8-B771-18610D5B1B47}" dt="2025-08-09T05:11:03.255" v="11"/>
        <pc:sldMkLst>
          <pc:docMk/>
          <pc:sldMk cId="0" sldId="259"/>
        </pc:sldMkLst>
        <pc:picChg chg="add mod">
          <ac:chgData name="Sree Lakshmi P" userId="9d3e6bbe75062321" providerId="LiveId" clId="{24D833F4-2A37-4AF8-B771-18610D5B1B47}" dt="2025-08-09T05:11:03.255" v="11"/>
          <ac:picMkLst>
            <pc:docMk/>
            <pc:sldMk cId="0" sldId="259"/>
            <ac:picMk id="4" creationId="{D57C1180-C518-AF1E-D822-914A93D31F0A}"/>
          </ac:picMkLst>
        </pc:picChg>
      </pc:sldChg>
      <pc:sldChg chg="addSp modSp">
        <pc:chgData name="Sree Lakshmi P" userId="9d3e6bbe75062321" providerId="LiveId" clId="{24D833F4-2A37-4AF8-B771-18610D5B1B47}" dt="2025-08-09T05:11:05.330" v="12"/>
        <pc:sldMkLst>
          <pc:docMk/>
          <pc:sldMk cId="0" sldId="260"/>
        </pc:sldMkLst>
        <pc:picChg chg="add mod">
          <ac:chgData name="Sree Lakshmi P" userId="9d3e6bbe75062321" providerId="LiveId" clId="{24D833F4-2A37-4AF8-B771-18610D5B1B47}" dt="2025-08-09T05:11:05.330" v="12"/>
          <ac:picMkLst>
            <pc:docMk/>
            <pc:sldMk cId="0" sldId="260"/>
            <ac:picMk id="4" creationId="{C99D5135-702A-DA07-8D52-544259924F2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4384"/>
            <a:ext cx="7772400" cy="1470025"/>
          </a:xfrm>
        </p:spPr>
        <p:txBody>
          <a:bodyPr>
            <a:normAutofit fontScale="90000"/>
          </a:bodyPr>
          <a:lstStyle/>
          <a:p>
            <a:r>
              <a:rPr b="1" dirty="0"/>
              <a:t>Project Review-</a:t>
            </a:r>
            <a:r>
              <a:rPr lang="en-US" b="1" dirty="0"/>
              <a:t>3</a:t>
            </a:r>
            <a:endParaRPr b="1" dirty="0"/>
          </a:p>
          <a:p>
            <a:r>
              <a:rPr dirty="0"/>
              <a:t>(</a:t>
            </a:r>
            <a:r>
              <a:rPr lang="en-US" dirty="0"/>
              <a:t>Methodology</a:t>
            </a:r>
            <a:r>
              <a:rPr dirty="0"/>
              <a:t> / Application</a:t>
            </a:r>
            <a:r>
              <a:rPr lang="en-US" dirty="0"/>
              <a:t> Development</a:t>
            </a:r>
            <a:r>
              <a:rPr dirty="0"/>
              <a:t>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7234" y="3637990"/>
            <a:ext cx="7449532" cy="1752600"/>
          </a:xfrm>
        </p:spPr>
        <p:txBody>
          <a:bodyPr>
            <a:normAutofit/>
          </a:bodyPr>
          <a:lstStyle/>
          <a:p>
            <a:r>
              <a:rPr lang="en-US" sz="1800" dirty="0"/>
              <a:t>| </a:t>
            </a:r>
            <a:r>
              <a:rPr sz="1800" b="1" dirty="0"/>
              <a:t>Front-End Development Frameworks</a:t>
            </a:r>
            <a:r>
              <a:rPr lang="en-US" sz="1800" b="1" dirty="0"/>
              <a:t> </a:t>
            </a:r>
            <a:r>
              <a:rPr lang="en-US" sz="1800" dirty="0"/>
              <a:t>| </a:t>
            </a:r>
            <a:br>
              <a:rPr lang="en-US" sz="1800" dirty="0"/>
            </a:br>
            <a:r>
              <a:rPr lang="en-US" sz="1800" dirty="0"/>
              <a:t>| </a:t>
            </a:r>
            <a:r>
              <a:rPr lang="en-US" sz="1800" b="1" dirty="0"/>
              <a:t>Title - </a:t>
            </a:r>
            <a:r>
              <a:rPr lang="en-US" sz="1800" dirty="0"/>
              <a:t>Edu Craft - Online Course Builder with Video &amp; Quiz Module | </a:t>
            </a:r>
            <a:br>
              <a:rPr lang="en-US" sz="1800" dirty="0"/>
            </a:br>
            <a:r>
              <a:rPr lang="en-US" sz="1800" dirty="0"/>
              <a:t>| </a:t>
            </a:r>
            <a:r>
              <a:rPr lang="en-US" sz="1800" b="1" dirty="0"/>
              <a:t>Team Members - </a:t>
            </a:r>
            <a:r>
              <a:rPr lang="en-US" sz="1800" dirty="0"/>
              <a:t>2410030355-Oruganti Harshitha, 2410030356-Srujana Sadhu, 2410030357-Ashrita Sri Gayatri V, 2410040126-Annam Sravani | </a:t>
            </a:r>
            <a:br>
              <a:rPr lang="en-US" sz="1800" dirty="0"/>
            </a:br>
            <a:r>
              <a:rPr lang="en-US" sz="1800" dirty="0"/>
              <a:t>|</a:t>
            </a:r>
            <a:r>
              <a:rPr lang="en-US" sz="1800" b="1" dirty="0"/>
              <a:t>Guide</a:t>
            </a:r>
            <a:r>
              <a:rPr lang="en-US" sz="1800" dirty="0"/>
              <a:t> </a:t>
            </a:r>
            <a:r>
              <a:rPr lang="en-US" sz="1800" b="1" dirty="0"/>
              <a:t>-</a:t>
            </a:r>
            <a:r>
              <a:rPr lang="en-US" sz="1800" dirty="0"/>
              <a:t> </a:t>
            </a:r>
            <a:r>
              <a:rPr lang="en-US" sz="1800" dirty="0" err="1"/>
              <a:t>Ms</a:t>
            </a:r>
            <a:r>
              <a:rPr lang="en-US" sz="1800" dirty="0"/>
              <a:t> P Sree Lakshmi Ma’am | </a:t>
            </a:r>
            <a:r>
              <a:rPr sz="1800" b="1" dirty="0"/>
              <a:t>Department</a:t>
            </a:r>
            <a:r>
              <a:rPr lang="en-US" sz="1800" b="1" dirty="0"/>
              <a:t> - </a:t>
            </a:r>
            <a:r>
              <a:rPr lang="en-US" sz="1800" dirty="0"/>
              <a:t>CSE|</a:t>
            </a:r>
            <a:endParaRPr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EB6D9C-20AD-A927-4908-8908BF2F7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256" y="5882770"/>
            <a:ext cx="1965488" cy="833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63168"/>
          </a:xfrm>
        </p:spPr>
        <p:txBody>
          <a:bodyPr/>
          <a:lstStyle/>
          <a:p>
            <a:r>
              <a:rPr lang="en-IN" b="1" dirty="0"/>
              <a:t>Problem Statement &amp; Objective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07744"/>
            <a:ext cx="9144000" cy="53622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1) Problem:</a:t>
            </a:r>
            <a:br>
              <a:rPr lang="en-US" sz="1600" dirty="0"/>
            </a:br>
            <a:r>
              <a:rPr lang="en-US" sz="1600" dirty="0"/>
              <a:t>Students rely on scattered platforms for videos, notes, and mind maps - disorganised and limited collaboration.</a:t>
            </a: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2) Project Objective:</a:t>
            </a:r>
            <a:endParaRPr lang="en-US" sz="1600" dirty="0"/>
          </a:p>
          <a:p>
            <a:r>
              <a:rPr lang="en-US" sz="1600" b="1" dirty="0"/>
              <a:t>Primary:</a:t>
            </a:r>
            <a:r>
              <a:rPr lang="en-US" sz="1600" dirty="0"/>
              <a:t> Unified, responsive web platform for videos, notes, and mind maps; stable &amp; crash-free.</a:t>
            </a:r>
          </a:p>
          <a:p>
            <a:r>
              <a:rPr lang="en-US" sz="1600" b="1" dirty="0"/>
              <a:t>User-Facing:</a:t>
            </a:r>
            <a:r>
              <a:rPr lang="en-US" sz="1600" dirty="0"/>
              <a:t> Fast search &amp; browsing, easy uploads, commenting, ratings, collaborative editing.</a:t>
            </a:r>
          </a:p>
          <a:p>
            <a:r>
              <a:rPr lang="en-US" sz="1600" b="1" dirty="0"/>
              <a:t>Non-Functional:</a:t>
            </a:r>
            <a:r>
              <a:rPr lang="en-US" sz="1600" dirty="0"/>
              <a:t> Mobile-first UI, secure storage, smooth performance, basic accessibility.</a:t>
            </a: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3) Application Idea - Edu Craft:</a:t>
            </a:r>
            <a:br>
              <a:rPr lang="en-US" sz="1600" dirty="0"/>
            </a:br>
            <a:r>
              <a:rPr lang="en-US" sz="1600" dirty="0"/>
              <a:t>A modular web app that unifies curated and student-uploaded content (typed, handwritten, or video). Enables seamless learning, content sharing, and collaboration in one place.</a:t>
            </a: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4) Minimal Acceptance Criteria:</a:t>
            </a:r>
            <a:endParaRPr lang="en-US" sz="1600" dirty="0"/>
          </a:p>
          <a:p>
            <a:r>
              <a:rPr lang="en-US" sz="1600" dirty="0"/>
              <a:t>Responsive layout (mobile → desktop)</a:t>
            </a:r>
          </a:p>
          <a:p>
            <a:r>
              <a:rPr lang="en-US" sz="1600" dirty="0"/>
              <a:t>Smooth video playback &amp; reliable uploads with autosave</a:t>
            </a:r>
          </a:p>
          <a:p>
            <a:r>
              <a:rPr lang="en-US" sz="1600" dirty="0"/>
              <a:t>Clear error messages, secure login &amp; privacy controls</a:t>
            </a:r>
          </a:p>
          <a:p>
            <a:r>
              <a:rPr lang="en-US" sz="1600" dirty="0"/>
              <a:t>Fast, crash-free performance</a:t>
            </a:r>
          </a:p>
          <a:p>
            <a:pPr marL="0" indent="0">
              <a:buNone/>
            </a:pPr>
            <a:endParaRPr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369868-9161-7827-051E-7856BA88B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19" b="14132"/>
          <a:stretch>
            <a:fillRect/>
          </a:stretch>
        </p:blipFill>
        <p:spPr>
          <a:xfrm>
            <a:off x="3589256" y="6325386"/>
            <a:ext cx="1965488" cy="5090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114"/>
            <a:ext cx="9144000" cy="1143000"/>
          </a:xfrm>
        </p:spPr>
        <p:txBody>
          <a:bodyPr>
            <a:normAutofit/>
          </a:bodyPr>
          <a:lstStyle/>
          <a:p>
            <a:r>
              <a:rPr lang="en-IN" b="1" dirty="0"/>
              <a:t>Technology Stack &amp; Architecture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63114"/>
            <a:ext cx="41148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550" b="1" dirty="0">
                <a:latin typeface="+mj-lt"/>
              </a:rPr>
              <a:t>1) Frameworks, languages and tools used</a:t>
            </a:r>
          </a:p>
          <a:p>
            <a:pPr marL="0" indent="0">
              <a:buNone/>
            </a:pPr>
            <a:r>
              <a:rPr lang="en-US" altLang="en-US" sz="1550" b="1" dirty="0">
                <a:latin typeface="+mj-lt"/>
              </a:rPr>
              <a:t>- React.js: </a:t>
            </a:r>
            <a:r>
              <a:rPr lang="en-US" altLang="en-US" sz="1550" dirty="0">
                <a:latin typeface="+mj-lt"/>
              </a:rPr>
              <a:t>Best for modular, reusable components (videos, notes, mind maps).</a:t>
            </a:r>
            <a:br>
              <a:rPr lang="en-US" altLang="en-US" sz="1550" dirty="0">
                <a:latin typeface="+mj-lt"/>
              </a:rPr>
            </a:br>
            <a:r>
              <a:rPr lang="en-US" altLang="en-US" sz="1550" b="1" dirty="0">
                <a:latin typeface="+mj-lt"/>
              </a:rPr>
              <a:t>- HTML5, CSS3: </a:t>
            </a:r>
            <a:r>
              <a:rPr lang="en-US" altLang="en-US" sz="1550" dirty="0">
                <a:latin typeface="+mj-lt"/>
              </a:rPr>
              <a:t>Core structure &amp; styling.</a:t>
            </a:r>
            <a:br>
              <a:rPr lang="en-US" altLang="en-US" sz="1550" dirty="0">
                <a:latin typeface="+mj-lt"/>
              </a:rPr>
            </a:br>
            <a:endParaRPr lang="en-US" altLang="en-US" sz="1550" dirty="0">
              <a:latin typeface="+mj-lt"/>
            </a:endParaRPr>
          </a:p>
          <a:p>
            <a:pPr marL="0" indent="0">
              <a:buNone/>
            </a:pPr>
            <a:r>
              <a:rPr lang="en-US" sz="1550" b="1" dirty="0">
                <a:latin typeface="+mj-lt"/>
              </a:rPr>
              <a:t>2) Framer Motion: </a:t>
            </a:r>
            <a:r>
              <a:rPr lang="en-US" sz="1550" dirty="0">
                <a:latin typeface="+mj-lt"/>
              </a:rPr>
              <a:t>Smooth animations &amp; transitions.</a:t>
            </a:r>
            <a:br>
              <a:rPr lang="en-US" sz="1550" dirty="0">
                <a:latin typeface="+mj-lt"/>
              </a:rPr>
            </a:br>
            <a:endParaRPr lang="en-US" sz="1550" dirty="0">
              <a:latin typeface="+mj-lt"/>
            </a:endParaRPr>
          </a:p>
          <a:p>
            <a:pPr marL="0" indent="0">
              <a:buNone/>
            </a:pPr>
            <a:r>
              <a:rPr lang="en-US" sz="1550" b="1" dirty="0">
                <a:latin typeface="+mj-lt"/>
              </a:rPr>
              <a:t>3) Backend </a:t>
            </a:r>
            <a:r>
              <a:rPr lang="en-US" sz="1550" dirty="0">
                <a:latin typeface="+mj-lt"/>
              </a:rPr>
              <a:t>(APIs, Auth, Data Handling)</a:t>
            </a:r>
          </a:p>
          <a:p>
            <a:pPr marL="0" indent="0">
              <a:buNone/>
            </a:pPr>
            <a:r>
              <a:rPr lang="en-US" sz="1550" b="1" dirty="0">
                <a:latin typeface="+mj-lt"/>
              </a:rPr>
              <a:t>- Node.js + Express.js: </a:t>
            </a:r>
            <a:r>
              <a:rPr lang="en-US" sz="1550" dirty="0">
                <a:latin typeface="+mj-lt"/>
              </a:rPr>
              <a:t>Fast, lightweight backend for handling API requests.</a:t>
            </a:r>
          </a:p>
          <a:p>
            <a:pPr marL="0" indent="0">
              <a:buNone/>
            </a:pPr>
            <a:r>
              <a:rPr lang="en-US" sz="1550" dirty="0">
                <a:latin typeface="+mj-lt"/>
              </a:rPr>
              <a:t>-</a:t>
            </a:r>
            <a:r>
              <a:rPr lang="en-US" sz="1550" b="1" dirty="0">
                <a:latin typeface="+mj-lt"/>
              </a:rPr>
              <a:t> MongoDB</a:t>
            </a:r>
            <a:r>
              <a:rPr lang="en-US" sz="1550" dirty="0">
                <a:latin typeface="+mj-lt"/>
              </a:rPr>
              <a:t> (with Mongoose ORM): Flexible document DB for notes, mind maps, and user uploads. </a:t>
            </a:r>
            <a:br>
              <a:rPr lang="en-US" sz="1550" dirty="0">
                <a:latin typeface="+mj-lt"/>
              </a:rPr>
            </a:br>
            <a:endParaRPr lang="en-US" sz="1550" dirty="0">
              <a:latin typeface="+mj-lt"/>
            </a:endParaRPr>
          </a:p>
          <a:p>
            <a:pPr marL="0" indent="0">
              <a:buNone/>
            </a:pPr>
            <a:r>
              <a:rPr lang="en-US" sz="1550" b="1" dirty="0">
                <a:latin typeface="+mj-lt"/>
              </a:rPr>
              <a:t>4) Development Tools</a:t>
            </a:r>
            <a:endParaRPr lang="en-US" sz="1550" dirty="0">
              <a:latin typeface="+mj-lt"/>
            </a:endParaRPr>
          </a:p>
          <a:p>
            <a:pPr marL="0" indent="0">
              <a:buNone/>
            </a:pPr>
            <a:r>
              <a:rPr lang="en-US" sz="1550" b="1" dirty="0">
                <a:latin typeface="+mj-lt"/>
              </a:rPr>
              <a:t>- VS Code: </a:t>
            </a:r>
            <a:r>
              <a:rPr lang="en-US" sz="1550" dirty="0">
                <a:latin typeface="+mj-lt"/>
              </a:rPr>
              <a:t>IDE with extensions for React, Git, and debugging </a:t>
            </a:r>
          </a:p>
          <a:p>
            <a:pPr marL="0" indent="0">
              <a:buNone/>
            </a:pPr>
            <a:r>
              <a:rPr lang="it-IT" sz="1550" b="1" dirty="0">
                <a:latin typeface="+mj-lt"/>
              </a:rPr>
              <a:t>- GitHub/GitLab: </a:t>
            </a:r>
            <a:r>
              <a:rPr lang="it-IT" sz="1550" dirty="0">
                <a:latin typeface="+mj-lt"/>
              </a:rPr>
              <a:t>Version control + CI/CD.</a:t>
            </a:r>
            <a:br>
              <a:rPr lang="it-IT" sz="1550" dirty="0">
                <a:latin typeface="+mj-lt"/>
              </a:rPr>
            </a:br>
            <a:endParaRPr lang="en-US" sz="1550" dirty="0">
              <a:latin typeface="+mj-lt"/>
            </a:endParaRPr>
          </a:p>
          <a:p>
            <a:endParaRPr lang="en-US" sz="155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D7C75B3-1C06-D4CC-1E51-1FAD851E4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241981"/>
            <a:ext cx="4038600" cy="4525963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F9EDD5-EED7-B968-52CB-FF9690C24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31"/>
          <a:stretch>
            <a:fillRect/>
          </a:stretch>
        </p:blipFill>
        <p:spPr>
          <a:xfrm>
            <a:off x="3589256" y="6126162"/>
            <a:ext cx="1965488" cy="7318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3A9F493-5B77-4B6D-9276-846AC608B4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45" t="293" r="11865" b="3505"/>
          <a:stretch>
            <a:fillRect/>
          </a:stretch>
        </p:blipFill>
        <p:spPr>
          <a:xfrm>
            <a:off x="4572000" y="1163114"/>
            <a:ext cx="4114801" cy="4963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9683"/>
            <a:ext cx="9144000" cy="1143000"/>
          </a:xfrm>
        </p:spPr>
        <p:txBody>
          <a:bodyPr>
            <a:normAutofit/>
          </a:bodyPr>
          <a:lstStyle/>
          <a:p>
            <a:r>
              <a:rPr lang="en-IN" b="1" dirty="0"/>
              <a:t>Implementation Snapshots</a:t>
            </a:r>
            <a:endParaRPr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F1BFA6B-B798-F562-5CAC-C99E6972DE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301" r="19457"/>
          <a:stretch>
            <a:fillRect/>
          </a:stretch>
        </p:blipFill>
        <p:spPr>
          <a:xfrm>
            <a:off x="0" y="805990"/>
            <a:ext cx="2121032" cy="41382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AB4061-686F-941A-E316-771E7912A7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69" t="2730" r="13810" b="6834"/>
          <a:stretch>
            <a:fillRect/>
          </a:stretch>
        </p:blipFill>
        <p:spPr>
          <a:xfrm>
            <a:off x="2121032" y="805990"/>
            <a:ext cx="2017335" cy="41382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2491F7-448C-52BB-F0CD-8AE6709C81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42" t="8018" r="6916" b="9653"/>
          <a:stretch>
            <a:fillRect/>
          </a:stretch>
        </p:blipFill>
        <p:spPr>
          <a:xfrm>
            <a:off x="-1" y="4864231"/>
            <a:ext cx="4138367" cy="19937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98BF73-7940-114B-C079-D985AC23A2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3029" y="645223"/>
            <a:ext cx="2604270" cy="61420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1E95CD-EF36-A49F-86EE-9A4DAE09B7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042" y="700189"/>
            <a:ext cx="2516957" cy="61420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-122548"/>
            <a:ext cx="9144000" cy="1074656"/>
          </a:xfrm>
        </p:spPr>
        <p:txBody>
          <a:bodyPr>
            <a:normAutofit/>
          </a:bodyPr>
          <a:lstStyle/>
          <a:p>
            <a:r>
              <a:rPr lang="en-IN" b="1" dirty="0"/>
              <a:t>Key Features </a:t>
            </a:r>
            <a:endParaRPr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7FEF35-F81E-76E0-09ED-C2C931637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256" y="6024172"/>
            <a:ext cx="1965488" cy="833828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4D7AC71-FF06-CE09-3B5B-3B39537206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349" r="3184" b="4971"/>
          <a:stretch>
            <a:fillRect/>
          </a:stretch>
        </p:blipFill>
        <p:spPr>
          <a:xfrm>
            <a:off x="542807" y="855481"/>
            <a:ext cx="8058385" cy="54227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C4D56-76A4-3C51-505D-1E1FA56E4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59497"/>
          </a:xfrm>
        </p:spPr>
        <p:txBody>
          <a:bodyPr/>
          <a:lstStyle/>
          <a:p>
            <a:r>
              <a:rPr lang="en-IN" b="1" dirty="0"/>
              <a:t>Challenges &amp;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8FCB7-B803-F340-6FF5-61437A8AE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0286"/>
            <a:ext cx="91440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2–3 major challenges faced + solutions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400" b="1" dirty="0"/>
              <a:t>1) Seamless Multi-Content Integration</a:t>
            </a:r>
            <a:br>
              <a:rPr lang="en-US" sz="2400" dirty="0"/>
            </a:br>
            <a:r>
              <a:rPr lang="en-US" sz="2400" dirty="0"/>
              <a:t>Combine videos, typed notes, handwritten scans, and mind maps without clutter</a:t>
            </a:r>
            <a:br>
              <a:rPr lang="en-US" sz="2400" dirty="0"/>
            </a:br>
            <a:r>
              <a:rPr lang="en-US" sz="2400" b="1" dirty="0"/>
              <a:t>Solution:</a:t>
            </a:r>
            <a:r>
              <a:rPr lang="en-US" sz="2400" dirty="0"/>
              <a:t> Modular, card-based React layout with dynamic rendering.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2) Safe Peer-to-Peer Sharing</a:t>
            </a:r>
            <a:br>
              <a:rPr lang="en-US" sz="2400" dirty="0"/>
            </a:br>
            <a:r>
              <a:rPr lang="en-US" sz="2400" dirty="0"/>
              <a:t>Enable uploads and sharing while preventing misuse</a:t>
            </a:r>
            <a:br>
              <a:rPr lang="en-US" sz="2400" dirty="0"/>
            </a:br>
            <a:r>
              <a:rPr lang="en-US" sz="2400" b="1" dirty="0"/>
              <a:t>Solution:</a:t>
            </a:r>
            <a:r>
              <a:rPr lang="en-US" sz="2400" dirty="0"/>
              <a:t> Content moderation + fine-grained permission controls.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3) Real-Time Collaboration Consistency</a:t>
            </a:r>
            <a:br>
              <a:rPr lang="en-US" sz="2400" dirty="0"/>
            </a:br>
            <a:r>
              <a:rPr lang="en-US" sz="2400" dirty="0"/>
              <a:t>Keep shared notes and mind maps </a:t>
            </a:r>
            <a:r>
              <a:rPr lang="en-US" sz="2400" dirty="0" err="1"/>
              <a:t>synchronised</a:t>
            </a:r>
            <a:r>
              <a:rPr lang="en-US" sz="2400" dirty="0"/>
              <a:t> for all users</a:t>
            </a:r>
            <a:br>
              <a:rPr lang="en-US" sz="2400" dirty="0"/>
            </a:br>
            <a:r>
              <a:rPr lang="en-US" sz="2400" b="1" dirty="0"/>
              <a:t>Solution:</a:t>
            </a:r>
            <a:r>
              <a:rPr lang="en-US" sz="2400" dirty="0"/>
              <a:t> State management with Redux/Context API + WebSocket updates.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IN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623E31-A537-0947-D506-E2D4768C6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256" y="6024172"/>
            <a:ext cx="1965488" cy="83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737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58D23-6CCA-CAD0-D0F5-C56800A4B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920"/>
            <a:ext cx="9144000" cy="1143000"/>
          </a:xfrm>
        </p:spPr>
        <p:txBody>
          <a:bodyPr/>
          <a:lstStyle/>
          <a:p>
            <a:r>
              <a:rPr lang="en-IN" b="1" dirty="0">
                <a:latin typeface="+mn-lt"/>
              </a:rPr>
              <a:t>Testing Results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8B1E1-0682-24DA-9C62-E1B71EECD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337564"/>
            <a:ext cx="9143999" cy="4525963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b="1" dirty="0">
                <a:latin typeface="+mj-lt"/>
              </a:rPr>
              <a:t>1) Testing methods used (browser, responsive, validation) </a:t>
            </a:r>
            <a:br>
              <a:rPr lang="en-US" sz="1600" dirty="0">
                <a:latin typeface="+mj-lt"/>
              </a:rPr>
            </a:br>
            <a:r>
              <a:rPr lang="en-US" sz="1600" dirty="0">
                <a:latin typeface="+mj-lt"/>
              </a:rPr>
              <a:t>- </a:t>
            </a:r>
            <a:r>
              <a:rPr lang="en-US" altLang="en-US" sz="1600" dirty="0">
                <a:latin typeface="+mj-lt"/>
              </a:rPr>
              <a:t>Cross-Browser Testing: Verified functionality on Chrome, Firefox, Edge, and Safari.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+mj-lt"/>
              </a:rPr>
              <a:t>- Responsive Testing: Ensured smooth UI on mobile, tablet, and desktop screens.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+mj-lt"/>
              </a:rPr>
              <a:t>- Input Validation: Checked form fields, file uploads, and content submission for errors and security.</a:t>
            </a:r>
          </a:p>
          <a:p>
            <a:endParaRPr lang="en-US" sz="1600" dirty="0">
              <a:latin typeface="+mj-lt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b="1" dirty="0">
                <a:latin typeface="+mj-lt"/>
              </a:rPr>
              <a:t>2) Current status of the project</a:t>
            </a:r>
            <a:br>
              <a:rPr lang="en-US" sz="1600" dirty="0">
                <a:latin typeface="+mj-lt"/>
              </a:rPr>
            </a:br>
            <a:r>
              <a:rPr lang="en-US" sz="1600" dirty="0">
                <a:latin typeface="+mj-lt"/>
              </a:rPr>
              <a:t>- </a:t>
            </a:r>
            <a:r>
              <a:rPr lang="en-US" altLang="en-US" sz="1600" dirty="0">
                <a:latin typeface="+mj-lt"/>
              </a:rPr>
              <a:t>Core features implemented: video streaming, notes &amp; </a:t>
            </a:r>
            <a:r>
              <a:rPr lang="en-US" altLang="en-US" sz="1600" dirty="0" err="1">
                <a:latin typeface="+mj-lt"/>
              </a:rPr>
              <a:t>mindmap</a:t>
            </a:r>
            <a:r>
              <a:rPr lang="en-US" altLang="en-US" sz="1600" dirty="0">
                <a:latin typeface="+mj-lt"/>
              </a:rPr>
              <a:t> viewing, student uploads, authentication, and responsive UI.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+mj-lt"/>
              </a:rPr>
              <a:t>- Stable, crash-free performance achieved across major devices.</a:t>
            </a:r>
          </a:p>
          <a:p>
            <a:endParaRPr lang="en-US" sz="1600" dirty="0">
              <a:latin typeface="+mj-l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b="1" dirty="0">
                <a:latin typeface="+mj-lt"/>
              </a:rPr>
              <a:t>3) Future scope (features to add later) </a:t>
            </a:r>
            <a:br>
              <a:rPr lang="en-US" sz="1600" dirty="0">
                <a:latin typeface="+mj-lt"/>
              </a:rPr>
            </a:br>
            <a:r>
              <a:rPr lang="en-US" sz="1600" dirty="0">
                <a:latin typeface="+mj-lt"/>
              </a:rPr>
              <a:t>- </a:t>
            </a:r>
            <a:r>
              <a:rPr lang="en-US" altLang="en-US" sz="1600" dirty="0">
                <a:latin typeface="+mj-lt"/>
              </a:rPr>
              <a:t>Interactive quizzes and course previews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+mj-lt"/>
              </a:rPr>
              <a:t>- Real-time collaboration on notes and mind maps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+mj-lt"/>
              </a:rPr>
              <a:t>- A flexible AI-based bot will help in creating mind maps and perfect flowcharts, along with content recommendations and smart search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+mj-lt"/>
              </a:rPr>
              <a:t>- Offline access and Progressive Web App (PWA) support</a:t>
            </a:r>
          </a:p>
          <a:p>
            <a:endParaRPr lang="en-IN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1A0DDB-3209-D098-B7A9-B46CAB727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256" y="6024172"/>
            <a:ext cx="1965488" cy="83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051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60716-EF06-E3E7-404D-F4DF7DD19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5612" y="1868863"/>
            <a:ext cx="6532775" cy="63159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8800" b="1" dirty="0"/>
              <a:t>THANK YOU</a:t>
            </a:r>
            <a:endParaRPr lang="en-IN" sz="8800" b="1" dirty="0"/>
          </a:p>
        </p:txBody>
      </p:sp>
    </p:spTree>
    <p:extLst>
      <p:ext uri="{BB962C8B-B14F-4D97-AF65-F5344CB8AC3E}">
        <p14:creationId xmlns:p14="http://schemas.microsoft.com/office/powerpoint/2010/main" val="2882232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629</Words>
  <Application>Microsoft Office PowerPoint</Application>
  <PresentationFormat>On-screen Show (4:3)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Project Review-3 (Methodology / Application Development)</vt:lpstr>
      <vt:lpstr>Problem Statement &amp; Objective</vt:lpstr>
      <vt:lpstr>Technology Stack &amp; Architecture</vt:lpstr>
      <vt:lpstr>Implementation Snapshots</vt:lpstr>
      <vt:lpstr>Key Features </vt:lpstr>
      <vt:lpstr>Challenges &amp; Solutions</vt:lpstr>
      <vt:lpstr>Testing Results &amp; 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Sree Lakshmi P</dc:creator>
  <cp:keywords/>
  <dc:description>generated using python-pptx</dc:description>
  <cp:lastModifiedBy>Yashvi Srujana Sadhu</cp:lastModifiedBy>
  <cp:revision>5</cp:revision>
  <dcterms:created xsi:type="dcterms:W3CDTF">2013-01-27T09:14:16Z</dcterms:created>
  <dcterms:modified xsi:type="dcterms:W3CDTF">2025-09-24T17:31:45Z</dcterms:modified>
  <cp:category/>
</cp:coreProperties>
</file>
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3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7234" y="1213460"/>
            <a:ext cx="7772400" cy="1470025"/>
          </a:xfrm>
        </p:spPr>
        <p:txBody>
          <a:bodyPr>
            <a:normAutofit/>
          </a:bodyPr>
          <a:lstStyle/>
          <a:p>
            <a:r>
              <a:rPr lang="en-US" sz="5400" b="1" dirty="0"/>
              <a:t>Final Project</a:t>
            </a:r>
            <a:r>
              <a:rPr sz="5400" b="1" dirty="0"/>
              <a:t>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310" y="3209973"/>
            <a:ext cx="7703379" cy="175260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| </a:t>
            </a:r>
            <a:r>
              <a:rPr sz="2400" b="1" dirty="0"/>
              <a:t>Front</a:t>
            </a:r>
            <a:r>
              <a:rPr lang="en-US" sz="2400" b="1" dirty="0"/>
              <a:t> </a:t>
            </a:r>
            <a:r>
              <a:rPr sz="2400" b="1" dirty="0"/>
              <a:t>End Development Frameworks</a:t>
            </a:r>
            <a:r>
              <a:rPr lang="en-US" sz="2400" b="1" dirty="0"/>
              <a:t> </a:t>
            </a:r>
            <a:r>
              <a:rPr lang="en-US" sz="2400" dirty="0"/>
              <a:t>| </a:t>
            </a:r>
            <a:br>
              <a:rPr lang="en-US" sz="2400" dirty="0"/>
            </a:br>
            <a:r>
              <a:rPr lang="en-US" sz="2400" dirty="0"/>
              <a:t>| </a:t>
            </a:r>
            <a:r>
              <a:rPr lang="en-US" sz="2400" b="1" dirty="0"/>
              <a:t>Title: </a:t>
            </a:r>
            <a:r>
              <a:rPr lang="en-US" sz="2400" dirty="0"/>
              <a:t>Edu Craft - Online Course Builder with Video &amp; Quiz Module | </a:t>
            </a:r>
            <a:br>
              <a:rPr lang="en-US" sz="2400" dirty="0"/>
            </a:br>
            <a:r>
              <a:rPr lang="en-US" sz="2400" dirty="0"/>
              <a:t>| </a:t>
            </a:r>
            <a:r>
              <a:rPr lang="en-US" sz="2400" b="1" dirty="0"/>
              <a:t>Team Members: </a:t>
            </a:r>
            <a:r>
              <a:rPr lang="en-US" sz="2400" dirty="0"/>
              <a:t>2410030355 Oruganti Harshitha, 2410030356 Srujana Sadhu, 2410030357 Ashrita Sri Gayatri V, 2410040126 Annam Sravani | </a:t>
            </a:r>
            <a:br>
              <a:rPr lang="en-US" sz="2400" dirty="0"/>
            </a:br>
            <a:r>
              <a:rPr lang="en-US" sz="2400" dirty="0"/>
              <a:t>|</a:t>
            </a:r>
            <a:r>
              <a:rPr lang="en-US" sz="2400" b="1" dirty="0"/>
              <a:t>Guide: </a:t>
            </a:r>
            <a:r>
              <a:rPr lang="en-US" sz="2400" dirty="0"/>
              <a:t>Ms P Sree Lakshmi Ma’am | </a:t>
            </a:r>
            <a:r>
              <a:rPr sz="2400" b="1" dirty="0"/>
              <a:t>Department</a:t>
            </a:r>
            <a:r>
              <a:rPr lang="en-US" sz="2400" b="1" dirty="0"/>
              <a:t>: </a:t>
            </a:r>
            <a:r>
              <a:rPr lang="en-US" sz="2400" dirty="0"/>
              <a:t>CSE|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B6D9C-20AD-A927-4908-8908BF2F7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5680987"/>
            <a:ext cx="1965488" cy="833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447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1. Accuracy of 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1B39582-CD91-5BCD-5AA7-D2B4518F68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556426"/>
            <a:ext cx="4038600" cy="476896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69868-9161-7827-051E-7856BA88B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C69788A-9A5A-CF10-FAF8-8CC62CE698F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7200" y="1465786"/>
            <a:ext cx="4114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Highly responsive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 1.3  sec average API response time.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Works flawlessly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 all browsers and devices.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crash or data errors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during testing.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Modules (Video, Quiz, Notes) function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smoothly and accurately.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Superior performance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compared to existing e-learning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114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2. Technical Competence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9EDD5-EED7-B968-52CB-FF9690C24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1"/>
          <a:stretch>
            <a:fillRect/>
          </a:stretch>
        </p:blipFill>
        <p:spPr>
          <a:xfrm>
            <a:off x="3589256" y="6126162"/>
            <a:ext cx="1965488" cy="73183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102371-F531-84CC-4CDE-1290BB8BCB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241979"/>
            <a:ext cx="4038600" cy="4616647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0E324A5-A7FA-8298-0B8B-585B7FE7589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1241980"/>
            <a:ext cx="4260715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Built using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MERN Stack (MongoDB, Express, React, Node)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Modular architecture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ensuring scalability and easy maintenance.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Secure and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optimised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 communication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between front-end and backend.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Efficient database handling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MongoDB for large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Professional use of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VS Code, GitHub, and Postman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development and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Demonstrates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expertise in full-stack web development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567"/>
            <a:ext cx="9144000" cy="1143000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3. Innovative &amp; Sustainable Features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0EF8362-6133-15CA-ACFF-59CD87AC13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516385"/>
            <a:ext cx="4038600" cy="462176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207711-AFB6-C391-9332-9E1C5C448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CBB91C1-D8BC-BFAC-1A96-CB75279D00B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7199" y="1516385"/>
            <a:ext cx="4038599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All-in-one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platform combining videos, quizzes, and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Designed for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future integration of AI and gamification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Real-time feedback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adaptive learning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Fully responsive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design for accessibility on all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Promotes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eco-friendly digital learning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by reducing paper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Focused on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long-term scalability and sustainability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4. Utility to Society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9C06393-A1D8-99B8-37C9-517FA72243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045715"/>
            <a:ext cx="4038600" cy="516053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7FEF35-F81E-76E0-09ED-C2C931637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6024172"/>
            <a:ext cx="1965488" cy="83382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5B09EE3-4D54-3DA2-A7FA-EBCBDDAE782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1516384"/>
            <a:ext cx="4416357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accessibility and inclusivity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affordable, anytime, anywhere learning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Encourages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collaborative and self-paced learning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dependency on multiple apps through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integrated solution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literacy and community learning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Contributes to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sustainable educational growth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446366-065F-ABD0-298C-1EF4F5589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93987"/>
            <a:ext cx="9144000" cy="1470025"/>
          </a:xfrm>
        </p:spPr>
        <p:txBody>
          <a:bodyPr>
            <a:normAutofit/>
          </a:bodyPr>
          <a:lstStyle/>
          <a:p>
            <a:r>
              <a:rPr lang="en-US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223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288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Final Project Review</vt:lpstr>
      <vt:lpstr>1. Accuracy of Results</vt:lpstr>
      <vt:lpstr>2. Technical Competence</vt:lpstr>
      <vt:lpstr>3. Innovative &amp; Sustainable Features</vt:lpstr>
      <vt:lpstr>4. Utility to Society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Lakshmi P</dc:creator>
  <cp:keywords/>
  <dc:description>generated using python-pptx</dc:description>
  <cp:lastModifiedBy>Yashvi Srujana Sadhu</cp:lastModifiedBy>
  <cp:revision>6</cp:revision>
  <dcterms:created xsi:type="dcterms:W3CDTF">2013-01-27T09:14:16Z</dcterms:created>
  <dcterms:modified xsi:type="dcterms:W3CDTF">2025-11-05T14:49:09Z</dcterms:modified>
  <cp:category/>
</cp:coreProperties>
</file>
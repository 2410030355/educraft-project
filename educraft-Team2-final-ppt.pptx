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57" r:id="rId3"/>
    <p:sldId id="258" r:id="rId4"/>
    <p:sldId id="259" r:id="rId5"/>
    <p:sldId id="260" r:id="rId6"/>
    <p:sldId id="266" r:id="rId7"/>
    <p:sldId id="267" r:id="rId8"/>
    <p:sldId id="270" r:id="rId9"/>
    <p:sldId id="261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213460"/>
            <a:ext cx="9144000" cy="1470025"/>
          </a:xfrm>
        </p:spPr>
        <p:txBody>
          <a:bodyPr>
            <a:normAutofit/>
          </a:bodyPr>
          <a:lstStyle/>
          <a:p>
            <a:r>
              <a:rPr lang="en-US" sz="5400" b="1" dirty="0"/>
              <a:t>Edu-Craft Project</a:t>
            </a:r>
            <a:endParaRPr sz="54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0310" y="3209973"/>
            <a:ext cx="7703379" cy="1752600"/>
          </a:xfrm>
        </p:spPr>
        <p:txBody>
          <a:bodyPr>
            <a:normAutofit fontScale="85000" lnSpcReduction="10000"/>
          </a:bodyPr>
          <a:lstStyle/>
          <a:p>
            <a:r>
              <a:rPr lang="en-US" sz="2400" dirty="0"/>
              <a:t>| </a:t>
            </a:r>
            <a:r>
              <a:rPr sz="2400" b="1" dirty="0"/>
              <a:t>Front</a:t>
            </a:r>
            <a:r>
              <a:rPr lang="en-US" sz="2400" b="1" dirty="0"/>
              <a:t> </a:t>
            </a:r>
            <a:r>
              <a:rPr sz="2400" b="1" dirty="0"/>
              <a:t>End Development Frameworks</a:t>
            </a:r>
            <a:r>
              <a:rPr lang="en-US" sz="2400" b="1" dirty="0"/>
              <a:t> </a:t>
            </a:r>
            <a:r>
              <a:rPr lang="en-US" sz="2400" dirty="0"/>
              <a:t>| </a:t>
            </a:r>
            <a:br>
              <a:rPr lang="en-US" sz="2400" dirty="0"/>
            </a:br>
            <a:r>
              <a:rPr lang="en-US" sz="2400" dirty="0"/>
              <a:t>| </a:t>
            </a:r>
            <a:r>
              <a:rPr lang="en-US" sz="2400" b="1" dirty="0"/>
              <a:t>Title: </a:t>
            </a:r>
            <a:r>
              <a:rPr lang="en-US" sz="2400" dirty="0"/>
              <a:t>Edu Craft - Online Course Builder with Video &amp; Quiz Module | </a:t>
            </a:r>
            <a:br>
              <a:rPr lang="en-US" sz="2400" dirty="0"/>
            </a:br>
            <a:r>
              <a:rPr lang="en-US" sz="2400" dirty="0"/>
              <a:t>| </a:t>
            </a:r>
            <a:r>
              <a:rPr lang="en-US" sz="2400" b="1" dirty="0"/>
              <a:t>Team Members: </a:t>
            </a:r>
            <a:r>
              <a:rPr lang="en-US" sz="2400" dirty="0"/>
              <a:t>2410030355 Oruganti Harshitha, 2410030356 Srujana Sadhu, 2410030357 Ashrita Sri Gayatri V, 2410040126 Annam Sravani | </a:t>
            </a:r>
            <a:br>
              <a:rPr lang="en-US" sz="2400" dirty="0"/>
            </a:br>
            <a:r>
              <a:rPr lang="en-US" sz="2400" dirty="0"/>
              <a:t>|</a:t>
            </a:r>
            <a:r>
              <a:rPr lang="en-US" sz="2400" b="1" dirty="0"/>
              <a:t>Guide: </a:t>
            </a:r>
            <a:r>
              <a:rPr lang="en-US" sz="2400" dirty="0"/>
              <a:t>Ms P Sree Lakshmi Ma’am | </a:t>
            </a:r>
            <a:r>
              <a:rPr sz="2400" b="1" dirty="0"/>
              <a:t>Department</a:t>
            </a:r>
            <a:r>
              <a:rPr lang="en-US" sz="2400" b="1" dirty="0"/>
              <a:t>: </a:t>
            </a:r>
            <a:r>
              <a:rPr lang="en-US" sz="2400" dirty="0"/>
              <a:t>CSE|</a:t>
            </a:r>
            <a:endParaRPr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EB6D9C-20AD-A927-4908-8908BF2F71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9256" y="5680987"/>
            <a:ext cx="1965488" cy="8338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8782"/>
            <a:ext cx="8229600" cy="1143000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1. Problem Statement &amp; Objective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ECF337E-EC24-826C-C483-6FB0DF29D2C3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57200" y="1584927"/>
            <a:ext cx="40386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Problem</a:t>
            </a:r>
            <a:r>
              <a:rPr lang="en-US" altLang="en-US" b="1" dirty="0"/>
              <a:t> -</a:t>
            </a:r>
            <a:b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lang="en-US" altLang="en-US" b="1" dirty="0"/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Students </a:t>
            </a:r>
            <a:r>
              <a:rPr lang="en-US" altLang="en-US" dirty="0"/>
              <a:t>rely on multiple scattered platforms for videos, notes, and mind maps, resulting 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disorganisation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limited collaboration.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96A636-5EBE-E2CA-B92F-F608649C451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369868-9161-7827-051E-7856BA88B0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19" b="14132"/>
          <a:stretch>
            <a:fillRect/>
          </a:stretch>
        </p:blipFill>
        <p:spPr>
          <a:xfrm>
            <a:off x="3589256" y="6325386"/>
            <a:ext cx="1965488" cy="5090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210F15-1EE9-64D4-D6E9-C74FB3696DE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90"/>
          <a:stretch>
            <a:fillRect/>
          </a:stretch>
        </p:blipFill>
        <p:spPr bwMode="auto">
          <a:xfrm>
            <a:off x="4572000" y="1524904"/>
            <a:ext cx="4533900" cy="46873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114"/>
            <a:ext cx="9144000" cy="1143000"/>
          </a:xfrm>
        </p:spPr>
        <p:txBody>
          <a:bodyPr>
            <a:norm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2. Technology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Stack &amp; Architecture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F9EDD5-EED7-B968-52CB-FF9690C24D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31"/>
          <a:stretch>
            <a:fillRect/>
          </a:stretch>
        </p:blipFill>
        <p:spPr>
          <a:xfrm>
            <a:off x="3589256" y="6126162"/>
            <a:ext cx="1965488" cy="731837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2102371-F531-84CC-4CDE-1290BB8BCBE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57200" y="1241979"/>
            <a:ext cx="4038600" cy="4616647"/>
          </a:xfr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B0E324A5-A7FA-8298-0B8B-585B7FE75898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033445" y="1006973"/>
            <a:ext cx="4260715" cy="586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400" b="1" dirty="0"/>
              <a:t>Frontend Tools Used</a:t>
            </a:r>
          </a:p>
          <a:p>
            <a:r>
              <a:rPr lang="en-US" sz="1400" dirty="0"/>
              <a:t>React</a:t>
            </a:r>
          </a:p>
          <a:p>
            <a:r>
              <a:rPr lang="en-US" sz="1400" dirty="0"/>
              <a:t>React Router (react-router-</a:t>
            </a:r>
            <a:r>
              <a:rPr lang="en-US" sz="1400" dirty="0" err="1"/>
              <a:t>dom</a:t>
            </a:r>
            <a:r>
              <a:rPr lang="en-US" sz="1400" dirty="0"/>
              <a:t>)</a:t>
            </a:r>
          </a:p>
          <a:p>
            <a:r>
              <a:rPr lang="en-US" sz="1400" dirty="0"/>
              <a:t>Axios</a:t>
            </a:r>
          </a:p>
          <a:p>
            <a:r>
              <a:rPr lang="en-US" sz="1400" dirty="0"/>
              <a:t>React Icons</a:t>
            </a:r>
          </a:p>
          <a:p>
            <a:r>
              <a:rPr lang="en-US" sz="1400" dirty="0"/>
              <a:t>CSS / CSS Modules</a:t>
            </a:r>
          </a:p>
          <a:p>
            <a:r>
              <a:rPr lang="en-US" sz="1400" dirty="0"/>
              <a:t>React State / Hooks (</a:t>
            </a:r>
            <a:r>
              <a:rPr lang="en-US" sz="1400" dirty="0" err="1"/>
              <a:t>useState</a:t>
            </a:r>
            <a:r>
              <a:rPr lang="en-US" sz="1400" dirty="0"/>
              <a:t>, </a:t>
            </a:r>
            <a:r>
              <a:rPr lang="en-US" sz="1400" dirty="0" err="1"/>
              <a:t>useEffect</a:t>
            </a:r>
            <a:r>
              <a:rPr lang="en-US" sz="1400" dirty="0"/>
              <a:t>)</a:t>
            </a:r>
          </a:p>
          <a:p>
            <a:r>
              <a:rPr lang="en-US" sz="1400" dirty="0" err="1"/>
              <a:t>FormData</a:t>
            </a:r>
            <a:r>
              <a:rPr lang="en-US" sz="1400" dirty="0"/>
              <a:t> API</a:t>
            </a:r>
          </a:p>
          <a:p>
            <a:pPr marL="0" indent="0">
              <a:buNone/>
            </a:pPr>
            <a:br>
              <a:rPr lang="en-US" sz="1400" b="1" dirty="0"/>
            </a:br>
            <a:r>
              <a:rPr lang="en-US" sz="1400" b="1" dirty="0"/>
              <a:t>Backend Tools Used</a:t>
            </a:r>
          </a:p>
          <a:p>
            <a:r>
              <a:rPr lang="en-US" sz="1400" dirty="0"/>
              <a:t>Node.js</a:t>
            </a:r>
          </a:p>
          <a:p>
            <a:r>
              <a:rPr lang="en-US" sz="1400" dirty="0"/>
              <a:t>Express.js</a:t>
            </a:r>
          </a:p>
          <a:p>
            <a:r>
              <a:rPr lang="en-US" sz="1400" dirty="0"/>
              <a:t>MongoDB</a:t>
            </a:r>
          </a:p>
          <a:p>
            <a:r>
              <a:rPr lang="en-US" sz="1400" dirty="0"/>
              <a:t>Mongoose</a:t>
            </a:r>
          </a:p>
          <a:p>
            <a:r>
              <a:rPr lang="en-US" sz="1400" dirty="0" err="1"/>
              <a:t>Cors</a:t>
            </a:r>
            <a:endParaRPr lang="en-US" sz="1400" dirty="0"/>
          </a:p>
          <a:p>
            <a:r>
              <a:rPr lang="en-US" sz="1400" dirty="0"/>
              <a:t>Express-session</a:t>
            </a:r>
          </a:p>
          <a:p>
            <a:r>
              <a:rPr lang="en-US" sz="1400" dirty="0"/>
              <a:t>Passport.js</a:t>
            </a:r>
          </a:p>
          <a:p>
            <a:r>
              <a:rPr lang="en-US" sz="1400" dirty="0"/>
              <a:t>Passport Google OAuth20 Strategy</a:t>
            </a:r>
          </a:p>
          <a:p>
            <a:r>
              <a:rPr lang="en-US" sz="1400" dirty="0" err="1"/>
              <a:t>dotenv</a:t>
            </a:r>
            <a:endParaRPr lang="en-US" sz="1400" dirty="0"/>
          </a:p>
          <a:p>
            <a:r>
              <a:rPr lang="en-US" sz="1400" dirty="0"/>
              <a:t>Body-parsing middleware (</a:t>
            </a:r>
            <a:r>
              <a:rPr lang="en-US" sz="1400" dirty="0" err="1"/>
              <a:t>express.json</a:t>
            </a:r>
            <a:r>
              <a:rPr lang="en-US" sz="1400" dirty="0"/>
              <a:t>, </a:t>
            </a:r>
            <a:r>
              <a:rPr lang="en-US" sz="1400" dirty="0" err="1"/>
              <a:t>express.urlencoded</a:t>
            </a:r>
            <a:r>
              <a:rPr lang="en-US" sz="1400" dirty="0"/>
              <a:t>)</a:t>
            </a:r>
          </a:p>
          <a:p>
            <a:pPr marL="0" indent="0">
              <a:buNone/>
            </a:pPr>
            <a:endParaRPr lang="en-US" sz="1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567"/>
            <a:ext cx="9144000" cy="1143000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3. Implementation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Flow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207711-AFB6-C391-9332-9E1C5C448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19" b="14132"/>
          <a:stretch>
            <a:fillRect/>
          </a:stretch>
        </p:blipFill>
        <p:spPr>
          <a:xfrm>
            <a:off x="3589256" y="6325386"/>
            <a:ext cx="1965488" cy="509047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9CBB91C1-D8BC-BFAC-1A96-CB75279D00B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 flipV="1">
            <a:off x="457200" y="6861573"/>
            <a:ext cx="205295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3753D9E-E8B9-FA14-5BD6-9E83CDA1529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831080" y="1509515"/>
            <a:ext cx="4038600" cy="4293877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C5B07446-AF89-9BC7-B08C-2CD41E26C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1447741"/>
            <a:ext cx="4648200" cy="461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UI/UX Design: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Created responsive layouts (dashboard, course builder, quiz interface).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Component Development: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Navigation, video module, notes editor, quiz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Routing &amp; State Handling: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Managed with React Router &amp; Context API.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Backend Integration: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API communication tested via Postman.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Database Setup: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MongoDB collections for users, videos, quizzes, and notes.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Testing &amp; Deployment: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Browser compatibility, performance, and security checks.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831" y="11784"/>
            <a:ext cx="8229600" cy="1143000"/>
          </a:xfrm>
        </p:spPr>
        <p:txBody>
          <a:bodyPr>
            <a:noAutofit/>
          </a:bodyPr>
          <a:lstStyle/>
          <a:p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</a:b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4.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Features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7FEF35-F81E-76E0-09ED-C2C931637D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9256" y="6024172"/>
            <a:ext cx="1965488" cy="833828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716757D-FE92-91C0-401C-E24A079D761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73017" y="1094914"/>
            <a:ext cx="3560063" cy="484134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1BDB1B9C-95D2-269A-A4E9-77801022927A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506232" y="1154784"/>
            <a:ext cx="4218431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Unified platform combining videos, quizzes, handwritten &amp; typed notes, and mind maps.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Real-time collaboration and peer-sharing with permission controls.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Interactive quizzes with instant scoring and feedback.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Autosave uploads, smooth playback, and progress tracking.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Responsive design optimized for mobile, tablet, and desktop.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Future-ready AI bot for content suggestion and auto mind map generation.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E22CA-FC0C-7DA7-142B-B12583390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5. Challenges &amp; Solutions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CFB2ED0-384F-F44F-B210-2A38A53C6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283918"/>
              </p:ext>
            </p:extLst>
          </p:nvPr>
        </p:nvGraphicFramePr>
        <p:xfrm>
          <a:off x="457200" y="1508288"/>
          <a:ext cx="8229600" cy="435518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4286908526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34538885"/>
                    </a:ext>
                  </a:extLst>
                </a:gridCol>
              </a:tblGrid>
              <a:tr h="600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Challenge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3421489"/>
                  </a:ext>
                </a:extLst>
              </a:tr>
              <a:tr h="10512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Integrating multiple content types (video, notes, mind maps)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Modular React layout with dynamic rendering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4426026"/>
                  </a:ext>
                </a:extLst>
              </a:tr>
              <a:tr h="600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Preventing content misuse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Role-based permissions + moderation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5640899"/>
                  </a:ext>
                </a:extLst>
              </a:tr>
              <a:tr h="10512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Keeping data synced in real-time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WebSocket updates + Context API state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561398"/>
                  </a:ext>
                </a:extLst>
              </a:tr>
              <a:tr h="10512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Maintaining performance across devices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Lazy loading + optimized API &amp; asset handling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4281848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86599C1F-04FF-FA0B-45A3-9B5117330A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19" b="14132"/>
          <a:stretch>
            <a:fillRect/>
          </a:stretch>
        </p:blipFill>
        <p:spPr>
          <a:xfrm>
            <a:off x="3589256" y="6325386"/>
            <a:ext cx="1965488" cy="509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036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78B4F-7A7F-E32A-F273-74C6F557B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2232"/>
            <a:ext cx="9144000" cy="1143000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6. Results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F64A42-C278-7C0B-D5FC-93601856F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9619" y="1215232"/>
            <a:ext cx="4040188" cy="63976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Testing &amp;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C6900-5342-4F72-4133-68CD0BAC4A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9619" y="1884077"/>
            <a:ext cx="4040188" cy="3951288"/>
          </a:xfrm>
        </p:spPr>
        <p:txBody>
          <a:bodyPr>
            <a:normAutofit fontScale="850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Cross-Browser Testing: Chrome, Edge, Firefox, Safari.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Responsive Testing: Validated across mobile, tablet, and desktop.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API Performance: Average response time – 1.3 seconds.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Input Validation: Verified uploads, logins, and user submissions.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Result: Stable, crash-free performance with smooth navigation and quick load times.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CA0ADF-F8A6-3DFC-6B51-A3877FFA55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2224" y="1435502"/>
            <a:ext cx="4041775" cy="63976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Accuracy of Results</a:t>
            </a:r>
            <a:br>
              <a:rPr lang="en-US" dirty="0"/>
            </a:b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1C32A1F-7B77-E23B-A782-F5E7AE0DB1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2223" y="1900968"/>
            <a:ext cx="4041775" cy="3951288"/>
          </a:xfrm>
        </p:spPr>
        <p:txBody>
          <a:bodyPr>
            <a:normAutofit fontScale="85000" lnSpcReduction="10000"/>
          </a:bodyPr>
          <a:lstStyle/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/>
              <a:t>100% functional core modules: Videos, Quizzes, Notes, and Mind Maps.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/>
              <a:t>Zero crashes or data corruption during repeated testing.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/>
              <a:t>High accuracy and performance outperforming existing e-learning apps.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8FAB53-09C6-7C2E-3943-A46B7A5EC5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19" b="14132"/>
          <a:stretch>
            <a:fillRect/>
          </a:stretch>
        </p:blipFill>
        <p:spPr>
          <a:xfrm>
            <a:off x="3589256" y="6325386"/>
            <a:ext cx="1965488" cy="509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107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79A2518-DA82-F0F1-1D4E-B28FD6367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7. Sustainability and Utility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DD9661-EA02-2007-A452-DF32DCF72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46590"/>
            <a:ext cx="4040188" cy="639762"/>
          </a:xfrm>
        </p:spPr>
        <p:txBody>
          <a:bodyPr>
            <a:normAutofit/>
          </a:bodyPr>
          <a:lstStyle/>
          <a:p>
            <a:r>
              <a:rPr lang="en-US" dirty="0"/>
              <a:t>Sustainable Features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4CD10AC-9E9F-B668-25CD-69D6BE5D42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877521" y="1262056"/>
            <a:ext cx="4041775" cy="639762"/>
          </a:xfrm>
        </p:spPr>
        <p:txBody>
          <a:bodyPr>
            <a:normAutofit/>
          </a:bodyPr>
          <a:lstStyle/>
          <a:p>
            <a:r>
              <a:rPr lang="en-US" dirty="0"/>
              <a:t>Utility to Society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C5614C88-8F8B-7A4A-BFDF-099B5C8DFFF1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4979865" y="3757898"/>
            <a:ext cx="35114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17BBD9-8309-3990-FA04-89A89CA075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19" b="14132"/>
          <a:stretch>
            <a:fillRect/>
          </a:stretch>
        </p:blipFill>
        <p:spPr>
          <a:xfrm>
            <a:off x="3589256" y="6325386"/>
            <a:ext cx="1965488" cy="50904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76494DE-7B8D-917F-D401-4BEA543547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555"/>
          <a:stretch>
            <a:fillRect/>
          </a:stretch>
        </p:blipFill>
        <p:spPr>
          <a:xfrm>
            <a:off x="4943289" y="1886352"/>
            <a:ext cx="4200711" cy="4363059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A293AD9-2E4C-525D-947D-FB136EC38D7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457201" y="1886352"/>
            <a:ext cx="4040187" cy="434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100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6446366-065F-ABD0-298C-1EF4F55890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693987"/>
            <a:ext cx="9144000" cy="1470025"/>
          </a:xfrm>
        </p:spPr>
        <p:txBody>
          <a:bodyPr>
            <a:normAutofit/>
          </a:bodyPr>
          <a:lstStyle/>
          <a:p>
            <a:r>
              <a:rPr lang="en-US" sz="8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53DBA3-E182-B7AB-6165-D3A6D49E6A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19" b="14132"/>
          <a:stretch>
            <a:fillRect/>
          </a:stretch>
        </p:blipFill>
        <p:spPr>
          <a:xfrm>
            <a:off x="3589256" y="6325386"/>
            <a:ext cx="1965488" cy="509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232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489</Words>
  <Application>Microsoft Office PowerPoint</Application>
  <PresentationFormat>On-screen Show (4:3)</PresentationFormat>
  <Paragraphs>66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Edu-Craft Project</vt:lpstr>
      <vt:lpstr>1. Problem Statement &amp; Objective</vt:lpstr>
      <vt:lpstr>2. Technology Stack &amp; Architecture</vt:lpstr>
      <vt:lpstr>3. Implementation Flow</vt:lpstr>
      <vt:lpstr> 4. Key Features </vt:lpstr>
      <vt:lpstr>5. Challenges &amp; Solutions</vt:lpstr>
      <vt:lpstr>6. Results</vt:lpstr>
      <vt:lpstr>7. Sustainability and Utility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Sree Lakshmi P</dc:creator>
  <cp:keywords/>
  <dc:description>generated using python-pptx</dc:description>
  <cp:lastModifiedBy>Yashvi Srujana Sadhu</cp:lastModifiedBy>
  <cp:revision>8</cp:revision>
  <dcterms:created xsi:type="dcterms:W3CDTF">2013-01-27T09:14:16Z</dcterms:created>
  <dcterms:modified xsi:type="dcterms:W3CDTF">2025-11-08T05:43:50Z</dcterms:modified>
  <cp:category/>
</cp:coreProperties>
</file>